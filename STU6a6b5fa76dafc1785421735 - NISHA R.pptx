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2"/>
  </p:notesMasterIdLst>
  <p:handoutMasterIdLst>
    <p:handoutMasterId r:id="rId2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0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8/30/2026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73011" y="4828074"/>
            <a:ext cx="5085183" cy="143276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ACITE STUDENT ID </a:t>
            </a:r>
            <a:r>
              <a:rPr lang="en-US" sz="1600" b="0" dirty="0">
                <a:solidFill>
                  <a:schemeClr val="tx1"/>
                </a:solidFill>
              </a:rPr>
              <a:t>: </a:t>
            </a:r>
            <a:r>
              <a:rPr lang="en-IN" sz="1600" b="0" dirty="0"/>
              <a:t>STU6a6b5fa76dafc1785421735</a:t>
            </a:r>
          </a:p>
          <a:p>
            <a:r>
              <a:rPr lang="en-IN" sz="1600" dirty="0">
                <a:solidFill>
                  <a:schemeClr val="tx1"/>
                </a:solidFill>
              </a:rPr>
              <a:t>NAME</a:t>
            </a:r>
            <a:r>
              <a:rPr lang="en-IN" sz="1600" b="0" dirty="0">
                <a:solidFill>
                  <a:schemeClr val="tx1"/>
                </a:solidFill>
              </a:rPr>
              <a:t> : NISHA R</a:t>
            </a:r>
          </a:p>
          <a:p>
            <a:r>
              <a:rPr lang="en-IN" sz="1600" dirty="0">
                <a:solidFill>
                  <a:schemeClr val="tx1"/>
                </a:solidFill>
              </a:rPr>
              <a:t>COLLEGE</a:t>
            </a:r>
            <a:r>
              <a:rPr lang="en-IN" sz="1600" b="0" dirty="0">
                <a:solidFill>
                  <a:schemeClr val="tx1"/>
                </a:solidFill>
              </a:rPr>
              <a:t> : RAMCO INSTITUTE OF TECHNOLOGY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335" y="2099387"/>
            <a:ext cx="9134669" cy="203407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b="1" dirty="0"/>
              <a:t>CAR DEKHO</a:t>
            </a:r>
            <a:br>
              <a:rPr lang="en-GB" sz="3200" b="1" i="1" dirty="0"/>
            </a:br>
            <a:br>
              <a:rPr lang="en-GB" sz="3200" b="1" i="1" dirty="0"/>
            </a:br>
            <a:r>
              <a:rPr lang="en-IN" sz="2200" b="1" dirty="0"/>
              <a:t>SMART RESALE DECISION SYSTEM</a:t>
            </a:r>
            <a:br>
              <a:rPr lang="en-IN" sz="3200" b="1" dirty="0"/>
            </a:br>
            <a:r>
              <a:rPr lang="en-IN" sz="1800" dirty="0"/>
              <a:t>Data-Driven Insights for Better Used-Car Decisions</a:t>
            </a:r>
            <a:br>
              <a:rPr lang="en-IN" sz="3200" dirty="0"/>
            </a:br>
            <a:endParaRPr lang="en-IN" sz="3200" b="1" i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7733626" cy="360798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Choosing a used car is not simply about finding the lowest price.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 vehicle's resale value is influenced by multiple factors such as its age, current market price, </a:t>
            </a:r>
            <a:r>
              <a:rPr lang="en-IN" dirty="0" err="1"/>
              <a:t>kilometers</a:t>
            </a:r>
            <a:r>
              <a:rPr lang="en-IN" dirty="0"/>
              <a:t> driven, fuel type, transmission and ownership history.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However, raw vehicle data does not clearly indicate how these factors are associated with selling price.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r>
              <a:rPr lang="en-IN" sz="2200" b="0" dirty="0"/>
              <a:t>From Raw Records → Smart Decisions</a:t>
            </a:r>
            <a:br>
              <a:rPr lang="en-IN" sz="2200" b="0" dirty="0"/>
            </a:br>
            <a:br>
              <a:rPr lang="en-IN" sz="2200" b="0" dirty="0"/>
            </a:br>
            <a:r>
              <a:rPr lang="en-IN" sz="2200" b="0" dirty="0"/>
              <a:t>                     USED-CAR DATASET</a:t>
            </a:r>
            <a:br>
              <a:rPr lang="en-IN" sz="2200" b="0" dirty="0"/>
            </a:br>
            <a:r>
              <a:rPr lang="en-IN" sz="2200" b="0" dirty="0"/>
              <a:t>                                ↓</a:t>
            </a:r>
            <a:br>
              <a:rPr lang="en-IN" sz="2200" b="0" dirty="0"/>
            </a:br>
            <a:r>
              <a:rPr lang="en-IN" sz="2200" b="0" dirty="0"/>
              <a:t>                      DATA CLEANING</a:t>
            </a:r>
            <a:br>
              <a:rPr lang="en-IN" sz="2200" b="0" dirty="0"/>
            </a:br>
            <a:r>
              <a:rPr lang="en-IN" sz="2200" b="0" dirty="0"/>
              <a:t>                                ↓</a:t>
            </a:r>
            <a:br>
              <a:rPr lang="en-IN" sz="2200" b="0" dirty="0"/>
            </a:br>
            <a:r>
              <a:rPr lang="en-IN" sz="2200" b="0" dirty="0"/>
              <a:t>               EXPLORATORY DATA ANALYSIS</a:t>
            </a:r>
            <a:br>
              <a:rPr lang="en-IN" sz="2200" b="0" dirty="0"/>
            </a:br>
            <a:r>
              <a:rPr lang="en-IN" sz="2200" b="0" dirty="0"/>
              <a:t>                                ↓</a:t>
            </a:r>
            <a:br>
              <a:rPr lang="en-IN" sz="2200" b="0" dirty="0"/>
            </a:br>
            <a:r>
              <a:rPr lang="en-IN" sz="2200" b="0" dirty="0"/>
              <a:t>                   FACTOR COMPARISON</a:t>
            </a:r>
            <a:br>
              <a:rPr lang="en-IN" sz="2200" b="0" dirty="0"/>
            </a:br>
            <a:r>
              <a:rPr lang="en-IN" sz="2200" b="0" dirty="0"/>
              <a:t>                                ↓</a:t>
            </a:r>
            <a:br>
              <a:rPr lang="en-IN" sz="2200" b="0" dirty="0"/>
            </a:br>
            <a:r>
              <a:rPr lang="en-IN" sz="2200" b="0" dirty="0"/>
              <a:t>                PRICE PATTERN DISCOVERY</a:t>
            </a:r>
            <a:br>
              <a:rPr lang="en-IN" sz="2200" b="0" dirty="0"/>
            </a:br>
            <a:r>
              <a:rPr lang="en-IN" sz="2200" b="0" dirty="0"/>
              <a:t>                                ↓</a:t>
            </a:r>
            <a:br>
              <a:rPr lang="en-IN" sz="2200" b="0" dirty="0"/>
            </a:br>
            <a:r>
              <a:rPr lang="en-IN" sz="2200" b="0" dirty="0"/>
              <a:t>                     RESALE INSIGHTS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5800739" cy="399002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IN" sz="2300" dirty="0"/>
              <a:t>Make this visually like a 4-user ecosystem.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N" sz="2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IN" sz="2300" dirty="0"/>
              <a:t>🚘BUYERS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IN" sz="2300" dirty="0"/>
              <a:t>🏪DEALERS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IN" sz="2300" dirty="0"/>
              <a:t>💼SELLERS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IN" sz="2300" dirty="0"/>
              <a:t>📊DATA ANALYSTS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4300" dirty="0"/>
              <a:t>WHO ARE THE END USERS?</a:t>
            </a:r>
            <a:endParaRPr lang="en-IN" sz="4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7829651" cy="5243448"/>
          </a:xfrm>
        </p:spPr>
        <p:txBody>
          <a:bodyPr>
            <a:normAutofit/>
          </a:bodyPr>
          <a:lstStyle/>
          <a:p>
            <a:pPr lvl="1" algn="ctr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300" dirty="0"/>
          </a:p>
          <a:p>
            <a:pPr lvl="1" algn="ctr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300" dirty="0"/>
              <a:t>Python</a:t>
            </a:r>
          </a:p>
          <a:p>
            <a:pPr lvl="1" algn="ctr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300" dirty="0"/>
              <a:t>Pandas</a:t>
            </a:r>
          </a:p>
          <a:p>
            <a:pPr lvl="1" algn="ctr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300" dirty="0"/>
              <a:t>NumPy</a:t>
            </a:r>
          </a:p>
          <a:p>
            <a:pPr lvl="1" algn="ctr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300" dirty="0"/>
              <a:t>Matplotlib</a:t>
            </a:r>
          </a:p>
          <a:p>
            <a:pPr lvl="1" algn="ctr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300" dirty="0"/>
              <a:t>Seaborn</a:t>
            </a:r>
          </a:p>
          <a:p>
            <a:pPr lvl="1" algn="ctr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300" dirty="0"/>
              <a:t>Google </a:t>
            </a:r>
            <a:r>
              <a:rPr lang="en-IN" sz="2300" dirty="0" err="1"/>
              <a:t>Colab</a:t>
            </a:r>
            <a:endParaRPr lang="en-IN" sz="23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sz="4300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Import and Load the dataset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F3BE37-F24F-CF98-D1D3-0C59E0784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939" y="2049660"/>
            <a:ext cx="4572000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56E72-542F-C259-08E1-E9256A39A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B4D28D-04B7-67C2-F2E1-5A6ABA411B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D8496F4-1EA0-9B30-C499-94A1544769D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59C9FCAB-3F65-82C3-B63F-A7671BA4ED8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A3F6478-BD00-11F1-C989-E34E8A9E4DE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6598D780-9088-91F2-7D5F-2788688456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410547"/>
            <a:ext cx="4275138" cy="56916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2.</a:t>
            </a:r>
            <a:r>
              <a:rPr lang="en-IN" dirty="0"/>
              <a:t> Data Quality Check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9769DC-F417-D08C-3377-8936F5091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892" y="979714"/>
            <a:ext cx="3343561" cy="17634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AA43C6-BF3B-EE60-3E3C-9F34584EBC70}"/>
              </a:ext>
            </a:extLst>
          </p:cNvPr>
          <p:cNvSpPr txBox="1"/>
          <p:nvPr/>
        </p:nvSpPr>
        <p:spPr>
          <a:xfrm>
            <a:off x="807163" y="3247052"/>
            <a:ext cx="4007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3. </a:t>
            </a:r>
            <a:r>
              <a:rPr lang="en-IN" sz="2000" dirty="0"/>
              <a:t>Remove Duplicate Records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7FCEB4C-64D4-FDF3-DD45-4056986BE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891" y="3930235"/>
            <a:ext cx="3343561" cy="188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06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60D15-A902-8E42-318A-FBB1CF241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2BD4EB-EE57-1761-A034-DDFB67AA24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AC34159-5490-BDDC-B731-9F604FD9FADC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F18F899D-8072-B134-3656-0E2BD4F58AB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02A303A-2C64-CD05-19D2-768586B5A41D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1093EFB-9E10-CC6C-20D3-5B9A2890FB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410547"/>
            <a:ext cx="4275138" cy="56916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4.</a:t>
            </a:r>
            <a:r>
              <a:rPr lang="en-IN" dirty="0"/>
              <a:t> Create Vehicle 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FFB32D-FC65-0DBC-BC59-C01D0961A0DC}"/>
              </a:ext>
            </a:extLst>
          </p:cNvPr>
          <p:cNvSpPr txBox="1"/>
          <p:nvPr/>
        </p:nvSpPr>
        <p:spPr>
          <a:xfrm>
            <a:off x="815365" y="2750422"/>
            <a:ext cx="4007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5.</a:t>
            </a:r>
            <a:r>
              <a:rPr lang="en-IN" dirty="0"/>
              <a:t> Basic Statistics</a:t>
            </a:r>
            <a:endParaRPr lang="en-IN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0DA455-C974-ABC2-279A-E275DDAB1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891" y="1026970"/>
            <a:ext cx="3896933" cy="14646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9EE9A5E-1565-E692-C3E5-CF05E4888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491" y="3429000"/>
            <a:ext cx="2981643" cy="196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48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BFF8B-F81E-BAA5-B015-4241F4CE0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DF6DD6-66D0-EE4F-0CB0-6DEBF30319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727182A-23BF-7DDB-C6BB-B2350B5DE6E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A8DB5FB1-650D-0E4B-999D-F7F4D80CAFF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37EA9F7-FF8D-FFDE-9D74-EF39C1829525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C08C2A7E-84AD-5B7B-BD70-AD39CF82F2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5155" y="1039243"/>
            <a:ext cx="4275138" cy="56916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6. Present Price vs Selling Price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F46F4E-EAE4-437E-08A7-5D2864790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261" y="2271903"/>
            <a:ext cx="3890865" cy="313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5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79308-896F-BA22-0730-F20482DBC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BCB7B2-0281-6EC8-8C84-90A2D084AF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4FE9003-D67C-1DC9-FAFA-795A92FDA1C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064EB98-4DD7-6208-BE69-BC8EA04BAE3E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8B39E38-3241-BBD8-B09B-3A79A55927A5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A1FA7EB-37DA-CE22-B678-E851B85A17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5155" y="1039243"/>
            <a:ext cx="4275138" cy="56916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7. Vehicle Age vs Selling Price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FF92EB-CBE2-7548-3698-1F21B8F3BF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95"/>
          <a:stretch>
            <a:fillRect/>
          </a:stretch>
        </p:blipFill>
        <p:spPr>
          <a:xfrm>
            <a:off x="2369976" y="1754156"/>
            <a:ext cx="3881534" cy="316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7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22701-CC5A-4724-1E48-65F9FCA5E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7F6797-CE24-13E2-D1A3-70DCA80215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6259E15-C80D-7CD1-486A-5E78D42F2D7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18C62AA-9E9C-B409-19DE-976989E2DF3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FFD93460-45D9-EC38-946D-78A9AD1E0005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0950B9C-9BB8-47F9-74C4-3F7D1B5D56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5155" y="1039243"/>
            <a:ext cx="4275138" cy="56916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8. </a:t>
            </a:r>
            <a:r>
              <a:rPr lang="en-IN" dirty="0" err="1"/>
              <a:t>Kilometers</a:t>
            </a:r>
            <a:r>
              <a:rPr lang="en-IN" dirty="0"/>
              <a:t> Driven vs Selling Price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145263-6001-CC8D-0811-6A4E8901F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398" y="1763485"/>
            <a:ext cx="4900085" cy="335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6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77D06-EC0B-9EE6-287D-017D841CF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DDC638-185F-8BFE-E221-CC90874CC5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A541E94-4FAA-E8DA-EA91-1C2B0D91FD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5EAC333D-3977-32BB-E02A-AB258EBC28E9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02C508D-B3FD-D8E8-2050-47C09EF30BF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2B6D9A8-3D03-3097-789C-683B70A004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5155" y="1039243"/>
            <a:ext cx="4275138" cy="56916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9. Fuel Type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9F48E8-2126-B7C1-B0DC-5B2C791CCC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606"/>
          <a:stretch>
            <a:fillRect/>
          </a:stretch>
        </p:blipFill>
        <p:spPr>
          <a:xfrm>
            <a:off x="1810140" y="1608410"/>
            <a:ext cx="6064897" cy="379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98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532A0-08BF-5154-FF35-69763AF10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FA942A-23CC-70E7-3B7B-63C6431918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5500A42-CB78-13E4-7619-D61C0548C8E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ACB1AFFF-4C6F-B19F-1D30-12264608E3E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9AB860C-01FF-C106-4CC8-EB966F2E9C74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040495E-D5F2-DD08-691D-F9336C9D62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5155" y="1039243"/>
            <a:ext cx="4275138" cy="56916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10. Transmission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F4AD60-038D-C451-3E14-49409DE47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420" y="1689483"/>
            <a:ext cx="5094515" cy="38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8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5C94B-03C7-091C-CA6A-6314B86D7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C891BD-C984-9280-3119-8946CBBD72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63A8DD1-73B3-4882-ECEB-15E57513C06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F05A13BA-7FE2-B66C-A5BB-495314B47893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DCE12EDE-4CBA-9193-395C-360BDC142A50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007FDC86-5823-21E5-128B-EADFC13FDE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5155" y="1039243"/>
            <a:ext cx="4275138" cy="56916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11. Owner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951BE7-02F7-1689-862A-86CE3AB17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265" y="1779072"/>
            <a:ext cx="4852470" cy="395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99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668E9-827C-118C-4D6A-AA0D867DD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00320C-9711-69DE-AC5D-628263BFB5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ACD8B1C-C7CF-9B55-02BA-879A0E4130B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95E961D-0AA7-0777-659E-8625DBBEF92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C7DE028-C45F-5DA2-B8F7-F589DFB32469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03888C3C-20F1-16FD-4846-DD4AF28E70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1808" y="471947"/>
            <a:ext cx="4275138" cy="56916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12. Correlation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2B9D60-0CCE-13DF-AF3D-214FEF4FB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834" y="1041114"/>
            <a:ext cx="4560698" cy="493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59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E7C1F-C5CD-0DEF-8D1D-73E4F3B39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90B8FD-AAAC-B95A-A591-5892C075B5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9EF31B3-62D5-30A6-2449-90FCAAF414E3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69F9783-C573-CA40-3412-A97A3D7ED40C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3835D69-4FDA-9050-F266-D1962D5B593A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D5BEE1A2-0BB7-A871-F661-B40B08E5E3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12436" y="289560"/>
            <a:ext cx="4275138" cy="56916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Final "Smart Decision" Section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423A2D-3255-1E13-4B9B-D7A9AB859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073" y="887064"/>
            <a:ext cx="4275137" cy="56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5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499317"/>
            <a:ext cx="9589078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6224162"/>
            <a:ext cx="8141472" cy="369332"/>
          </a:xfrm>
        </p:spPr>
        <p:txBody>
          <a:bodyPr>
            <a:normAutofit/>
          </a:bodyPr>
          <a:lstStyle/>
          <a:p>
            <a:pPr algn="l"/>
            <a:r>
              <a:rPr lang="en-IN" sz="1600" dirty="0"/>
              <a:t>DEMO LINK: https://github.com/its-nishar/Smart-Resale-Decision-System-in-Car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9BF743-66E6-6DA4-6ADE-C1FE14F3A5BC}"/>
              </a:ext>
            </a:extLst>
          </p:cNvPr>
          <p:cNvSpPr txBox="1"/>
          <p:nvPr/>
        </p:nvSpPr>
        <p:spPr>
          <a:xfrm>
            <a:off x="2454285" y="3171773"/>
            <a:ext cx="6032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“Better data. Better insights. Smarter resale decisions.”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708</TotalTime>
  <Words>280</Words>
  <Application>Microsoft Office PowerPoint</Application>
  <PresentationFormat>Widescreen</PresentationFormat>
  <Paragraphs>44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Trebuchet MS</vt:lpstr>
      <vt:lpstr>Wingdings</vt:lpstr>
      <vt:lpstr>Wingdings 3</vt:lpstr>
      <vt:lpstr>Facet</vt:lpstr>
      <vt:lpstr>CAR DEKHO  SMART RESALE DECISION SYSTEM Data-Driven Insights for Better Used-Car Decisions </vt:lpstr>
      <vt:lpstr>PROBLEM  STATEMENT   </vt:lpstr>
      <vt:lpstr>PROJECT DESCRIPTION  From Raw Records → Smart Decisions                       USED-CAR DATASET                                 ↓                       DATA CLEANING                                 ↓                EXPLORATORY DATA ANALYSIS                                 ↓                    FACTOR COMPARISON                                 ↓                 PRICE PATTERN DISCOVERY                                 ↓                      RESALE INSIGHTS </vt:lpstr>
      <vt:lpstr>WHO ARE THE END USERS?</vt:lpstr>
      <vt:lpstr>TECHNOLOGY USED</vt:lpstr>
      <vt:lpstr>RESULTS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NISHA R</cp:lastModifiedBy>
  <cp:revision>75</cp:revision>
  <dcterms:created xsi:type="dcterms:W3CDTF">2021-07-11T13:13:15Z</dcterms:created>
  <dcterms:modified xsi:type="dcterms:W3CDTF">2026-08-30T05:40:13Z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